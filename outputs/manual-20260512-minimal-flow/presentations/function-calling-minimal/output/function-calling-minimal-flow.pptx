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832ff9aa44cce" /><Relationship Type="http://schemas.openxmlformats.org/officeDocument/2006/relationships/extended-properties" Target="/docProps/app.xml" Id="R327088040461469f" /><Relationship Type="http://schemas.openxmlformats.org/officeDocument/2006/relationships/officeDocument" Target="/ppt/presentation.xml" Id="R8d28d26cc74b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99503ed958479c"/>
  </p:sldMasterIdLst>
  <p:notesMasterIdLst>
    <p:notesMasterId xmlns:r="http://schemas.openxmlformats.org/officeDocument/2006/relationships" r:id="Re520872ad6274a14"/>
  </p:notesMasterIdLst>
  <p:sldIdLst>
    <p:sldId xmlns:r="http://schemas.openxmlformats.org/officeDocument/2006/relationships" id="256" r:id="R2ee6fcf2edbb4f60"/>
    <p:sldId xmlns:r="http://schemas.openxmlformats.org/officeDocument/2006/relationships" id="257" r:id="R2d7b14480b6a480c"/>
    <p:sldId xmlns:r="http://schemas.openxmlformats.org/officeDocument/2006/relationships" id="258" r:id="Raf3cc593f9f1476c"/>
    <p:sldId xmlns:r="http://schemas.openxmlformats.org/officeDocument/2006/relationships" id="259" r:id="Rc5adbf07ccef4917"/>
    <p:sldId xmlns:r="http://schemas.openxmlformats.org/officeDocument/2006/relationships" id="260" r:id="Rf4bd6d6f8ac84401"/>
    <p:sldId xmlns:r="http://schemas.openxmlformats.org/officeDocument/2006/relationships" id="261" r:id="R926865e7560b4c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9503ed958479c" /><Relationship Type="http://schemas.openxmlformats.org/officeDocument/2006/relationships/theme" Target="/ppt/theme/theme1.xml" Id="R01bee6f7be054142" /><Relationship Type="http://schemas.openxmlformats.org/officeDocument/2006/relationships/notesMaster" Target="/ppt/notesMasters/notesMaster1.xml" Id="Re520872ad6274a14" /><Relationship Type="http://schemas.openxmlformats.org/officeDocument/2006/relationships/presProps" Target="/ppt/presProps.xml" Id="Rd8e7c78a09e34514" /><Relationship Type="http://schemas.openxmlformats.org/officeDocument/2006/relationships/viewProps" Target="/ppt/viewProps.xml" Id="Rc236686be37c494f" /><Relationship Type="http://schemas.openxmlformats.org/officeDocument/2006/relationships/tableStyles" Target="/ppt/tableStyles.xml" Id="Rd265127a837444d5" /><Relationship Type="http://schemas.openxmlformats.org/officeDocument/2006/relationships/slide" Target="/ppt/slides/slide1.xml" Id="R2ee6fcf2edbb4f60" /><Relationship Type="http://schemas.openxmlformats.org/officeDocument/2006/relationships/slide" Target="/ppt/slides/slide2.xml" Id="R2d7b14480b6a480c" /><Relationship Type="http://schemas.openxmlformats.org/officeDocument/2006/relationships/slide" Target="/ppt/slides/slide3.xml" Id="Raf3cc593f9f1476c" /><Relationship Type="http://schemas.openxmlformats.org/officeDocument/2006/relationships/slide" Target="/ppt/slides/slide4.xml" Id="Rc5adbf07ccef4917" /><Relationship Type="http://schemas.openxmlformats.org/officeDocument/2006/relationships/slide" Target="/ppt/slides/slide5.xml" Id="Rf4bd6d6f8ac84401" /><Relationship Type="http://schemas.openxmlformats.org/officeDocument/2006/relationships/slide" Target="/ppt/slides/slide6.xml" Id="R926865e7560b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b65b7f62f014e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59e81708ed4249" /><Relationship Type="http://schemas.openxmlformats.org/officeDocument/2006/relationships/notesMaster" Target="/ppt/notesMasters/notesMaster1.xml" Id="R3f81963e7ba74c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0b7e6bff4b44a5" /><Relationship Type="http://schemas.openxmlformats.org/officeDocument/2006/relationships/notesMaster" Target="/ppt/notesMasters/notesMaster1.xml" Id="R9c5648b4a0e846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2487f6c44644f9" /><Relationship Type="http://schemas.openxmlformats.org/officeDocument/2006/relationships/notesMaster" Target="/ppt/notesMasters/notesMaster1.xml" Id="R8634c780602841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20a0fade08459a" /><Relationship Type="http://schemas.openxmlformats.org/officeDocument/2006/relationships/notesMaster" Target="/ppt/notesMasters/notesMaster1.xml" Id="R0013eb760dfc46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519402080941ed" /><Relationship Type="http://schemas.openxmlformats.org/officeDocument/2006/relationships/notesMaster" Target="/ppt/notesMasters/notesMaster1.xml" Id="Ra289088ebee047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479576b6034bae" /><Relationship Type="http://schemas.openxmlformats.org/officeDocument/2006/relationships/notesMaster" Target="/ppt/notesMasters/notesMaster1.xml" Id="R2723e083b1e641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a850d79f140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da62c32436a49a9" /><Relationship Type="http://schemas.openxmlformats.org/officeDocument/2006/relationships/slideLayout" Target="/ppt/slideLayouts/slideLayout2.xml" Id="Rf2628c0d6887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628c0d6887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9c571d58b4049" /><Relationship Type="http://schemas.openxmlformats.org/officeDocument/2006/relationships/notesSlide" Target="/ppt/notesSlides/notesSlide1.xml" Id="R840a6218305b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7a0f848bec4383" /><Relationship Type="http://schemas.openxmlformats.org/officeDocument/2006/relationships/notesSlide" Target="/ppt/notesSlides/notesSlide2.xml" Id="R60dfa0c9e34244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d0cda9fa7e491a" /><Relationship Type="http://schemas.openxmlformats.org/officeDocument/2006/relationships/notesSlide" Target="/ppt/notesSlides/notesSlide3.xml" Id="Re4fee63fa89348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4d7b3f8fca4150" /><Relationship Type="http://schemas.openxmlformats.org/officeDocument/2006/relationships/notesSlide" Target="/ppt/notesSlides/notesSlide4.xml" Id="R4d3729da2aa445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fddfce43d46be" /><Relationship Type="http://schemas.openxmlformats.org/officeDocument/2006/relationships/notesSlide" Target="/ppt/notesSlides/notesSlide5.xml" Id="R08db33f42c4a4f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874d47130843bd" /><Relationship Type="http://schemas.openxmlformats.org/officeDocument/2006/relationships/notesSlide" Target="/ppt/notesSlides/notesSlide6.xml" Id="R25049bd2bf334a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6EED1C-9464-45C7-BFC2-49EA48C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1839CEF-1716-465B-B9BC-5E863E2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55F465-C3CF-488D-B78C-9ABE2A45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85D63D8-EFE2-4A6C-A9EC-C47C913D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F1AC4B90-1560-4983-8EE5-D7982C2D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6D0C4809-66A3-4BAA-997D-D64E293B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Client sends a request with tool definitions.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55872855-5693-4BE3-83E5-C6CEE1F2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1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B3DA8610-3086-41AB-B986-024D9975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7784B4D2-E3FF-4A69-B18B-EBB2F002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DD5EE72D-F784-492A-AEEC-3D157713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28AA7826-5014-47B2-82C6-F6CA997F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4E956A63-9009-42B8-8264-D190185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A37363BF-B891-4819-B9B1-14F081F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D17B4D09-839E-4DB7-80C3-391C4314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3E37D4CB-5FF4-4158-AA7C-7CDBB407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0F2F7D63-A57B-4B12-A15D-6FE3DD9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8D216792-2414-4411-A851-C80F6C2D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B2695E94-C17C-4F3D-A723-722053F5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42B8ADF-C1CC-49C9-A64D-38942829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15452707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5798B88-99E7-45C8-8930-9E576D53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6611AC-4A23-47B2-A507-D0579A08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2D81BB-6B21-4590-AE14-A3C92C96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32ECD27-27C8-4BCC-8D86-AFF91B60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956B40B7-0B57-41D9-B281-17FA3288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3AA517DE-E044-44FB-9A8F-C1217644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Model decides whether a tool is needed.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FDD8906A-AF90-4D22-AE00-0C8EDEEB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2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CF51FD87-4B32-44C2-AEF1-ED2EF4F3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B537D444-1D78-497A-A189-4EFD3F75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C8802F6A-2ADE-401A-9520-FBCFCB5A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70DB9644-CFA4-4A43-9CD1-98F8045D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C5AB7C84-C820-462A-8DB3-E1B26E9F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C1616462-3CA0-4F66-9871-4FF3B215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C52B4FFB-3A24-4054-A646-B33CC8E1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3EA7747A-BB86-4591-B17A-0758E1AA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D615FFEB-0974-4731-B1A1-3B6C14CC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557CB471-9A5C-4034-A131-CC235DEF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0B08EEBD-C6EF-4EBB-8DDC-CF3DC410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5D248BA-84F7-4FEA-B484-38C59E7C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19318717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E58F11B-9404-41E4-8BA1-6703A42B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115ADA-035D-4750-BAEC-8515BEFD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1616D7-3B92-4514-B47F-E1DD7C6F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D61C0A6-EB62-4E43-A026-B18BF83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3CE00279-9080-484D-A22A-8C7EF36D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A1C92B41-B85A-408F-83A7-466BF50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Model returns the function name and arguments.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F2F2F02E-E98A-42DC-A636-96287384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3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4BA8F547-DA84-4519-94A1-70A65D60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DEB01DED-E1AB-4864-940A-9F6407BE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3841DA0E-38FB-4E97-A55D-2852A08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73DAA67C-C2B8-4787-AA28-F9EF1EF7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AF2A967D-9144-452A-BE68-A8CF52D6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72BF20C9-ACB5-425D-B964-42E46891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70B06551-4B70-4EEE-8533-73EFB8A6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CD3D5A0B-C829-4C55-9CDB-89CCF5A6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B10BDAA5-8200-412A-BC99-422253F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3AAE1663-ED2B-4152-9AED-06A929E1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0277B03C-4296-4C53-91D4-0D1D62B1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73E1970-31BF-4335-986E-A7EDE271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4804514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4864E37-4F14-4D4B-B173-B85AC539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49DE2A-A036-409B-94C7-2C49E61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FA8F8D0-A310-4FE8-B413-96471F76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696F3B9-10AA-4163-9DB6-B27F6994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BC040428-C207-4BF7-8068-1189A4CD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425DBBA2-CB18-4C2D-B740-EC21036B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Application runs the function and prepares the result.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A59ACFD3-A233-47FF-BE14-3A130B9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4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963C045C-B468-43C1-8E15-A5EF5680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0F8F8F4E-06C3-4FAC-B442-C1CE5B80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53A36455-EC1D-4301-B6BF-944E0D1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079FD528-0884-4392-AB40-2B6A0C45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750916F8-B801-4B36-B2B9-4C501AA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FC9BC539-88B6-4DBF-A357-87974F37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5ED12C48-8E37-4036-9D99-80583F7B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D7D8AE22-EC0A-4E8F-B75A-B56FB15E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EAD46DDD-EC7C-406F-8312-87E2CEA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80F63140-8F4D-4EAE-8254-11A94BF8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9DBB2EE1-7E93-4FE9-9A47-6571CAF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62374B7-B337-4793-B313-BC2EC86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108249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51700C7-5507-4D16-8F59-EB311CFD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D1C486-AFB3-41FC-929C-B98E9FB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B6DE9B1-B153-4587-8640-8F51CD9B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2BD43D8-A889-4FBA-8716-53C9CA8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9D1CCACA-C8BF-48E6-9A73-CBAED681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0211E741-16AE-4ABA-8AA0-436E82C4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Application sends the result in a follow-up request.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25D8FEFA-EBD1-465C-BC62-6FA36B9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5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34B8A2C5-2E6E-47FC-B2F6-8435F2A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B1BD7262-F344-4A16-AA35-831A1CAD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FB038F48-A2AF-43F0-B988-B112785E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7101FAF7-C119-4B35-915E-80373930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411A1C87-949B-4D00-8B10-756812EF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F520D43D-F3F1-4F84-9EE1-6C0BF92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9FB1B41C-0912-4383-8A9F-2B56FAD8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101CDB7E-B9C7-487F-BAD0-15F721E9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1C633EDD-9D26-405C-A1D0-F66C41CC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C0035F85-A2AE-4AF6-A7F1-79365377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EAF9B131-491A-4A77-87B3-2118D974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1D23D59-18C3-4343-95CF-28914288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9410732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6B2D110-8EB9-4421-8B74-6A9492A3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F75594-E91A-48E8-B961-0F81D36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29F2D6-D760-4544-918D-B2FA45B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C4767DE-EC2C-47DB-963C-D4F73D08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E68D8BB1-BF9A-4024-B3FE-69728188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3DC1D47F-D07F-467D-92B8-B68A749B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Model uses the result to complete the response.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08C503DD-C4D9-4FBF-AF51-8DFA04E0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6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26E8C925-9E79-462E-A3F6-255C422B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7EFC9975-6CE5-4B20-ABF8-4C897E6D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EED5A5E4-1E7F-4C61-987B-AB718F55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12C9BFE6-D1F1-4434-9403-5DC81EC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0017D274-B5A0-43B8-8A24-5827CF98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DA571BA6-AE1D-4AD0-A08E-1178022B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F7B82FE6-95EA-4945-A3E8-6E21C31A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B0B0C46B-DCFB-4E0B-96F0-9047C1DB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7E957AE2-4DD9-4804-BEB4-AE0DC50F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51AE757D-CC31-4E04-9C72-A504060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4C6F1710-D607-4907-8096-20A52A93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41A9F15-A2A9-4CD6-BC03-12662B74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1894777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2026-05-12T13:18:35.9640000Z</dcterms:created>
  <dcterms:modified xsi:type="dcterms:W3CDTF">2026-05-12T13:18:35.9640000Z</dcterms:modified>
</coreProperties>
</file>