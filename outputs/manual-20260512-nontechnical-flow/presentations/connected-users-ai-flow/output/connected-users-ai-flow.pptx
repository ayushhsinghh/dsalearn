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8920394e047ad" /><Relationship Type="http://schemas.openxmlformats.org/officeDocument/2006/relationships/extended-properties" Target="/docProps/app.xml" Id="Rad74cc083c474ba6" /><Relationship Type="http://schemas.openxmlformats.org/officeDocument/2006/relationships/officeDocument" Target="/ppt/presentation.xml" Id="Rf89bd73f384547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16ee5e58942c4"/>
  </p:sldMasterIdLst>
  <p:notesMasterIdLst>
    <p:notesMasterId xmlns:r="http://schemas.openxmlformats.org/officeDocument/2006/relationships" r:id="Rffde3ad3cddc45a1"/>
  </p:notesMasterIdLst>
  <p:sldIdLst>
    <p:sldId xmlns:r="http://schemas.openxmlformats.org/officeDocument/2006/relationships" id="256" r:id="R6fef2efdca0540d7"/>
    <p:sldId xmlns:r="http://schemas.openxmlformats.org/officeDocument/2006/relationships" id="257" r:id="R412c1b65388b4c81"/>
    <p:sldId xmlns:r="http://schemas.openxmlformats.org/officeDocument/2006/relationships" id="258" r:id="R194667cc2b6944af"/>
    <p:sldId xmlns:r="http://schemas.openxmlformats.org/officeDocument/2006/relationships" id="259" r:id="R05104efa76344582"/>
    <p:sldId xmlns:r="http://schemas.openxmlformats.org/officeDocument/2006/relationships" id="260" r:id="R586506768bd24669"/>
    <p:sldId xmlns:r="http://schemas.openxmlformats.org/officeDocument/2006/relationships" id="261" r:id="Rbad958ccf8464efe"/>
    <p:sldId xmlns:r="http://schemas.openxmlformats.org/officeDocument/2006/relationships" id="262" r:id="Rcb51211055654e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16ee5e58942c4" /><Relationship Type="http://schemas.openxmlformats.org/officeDocument/2006/relationships/theme" Target="/ppt/theme/theme1.xml" Id="Rb28e8d46f92a44d1" /><Relationship Type="http://schemas.openxmlformats.org/officeDocument/2006/relationships/notesMaster" Target="/ppt/notesMasters/notesMaster1.xml" Id="Rffde3ad3cddc45a1" /><Relationship Type="http://schemas.openxmlformats.org/officeDocument/2006/relationships/presProps" Target="/ppt/presProps.xml" Id="R9a6ed0a981b2413c" /><Relationship Type="http://schemas.openxmlformats.org/officeDocument/2006/relationships/viewProps" Target="/ppt/viewProps.xml" Id="R4475fa2ae19344eb" /><Relationship Type="http://schemas.openxmlformats.org/officeDocument/2006/relationships/tableStyles" Target="/ppt/tableStyles.xml" Id="R9a323602c9e64a54" /><Relationship Type="http://schemas.openxmlformats.org/officeDocument/2006/relationships/slide" Target="/ppt/slides/slide1.xml" Id="R6fef2efdca0540d7" /><Relationship Type="http://schemas.openxmlformats.org/officeDocument/2006/relationships/slide" Target="/ppt/slides/slide2.xml" Id="R412c1b65388b4c81" /><Relationship Type="http://schemas.openxmlformats.org/officeDocument/2006/relationships/slide" Target="/ppt/slides/slide3.xml" Id="R194667cc2b6944af" /><Relationship Type="http://schemas.openxmlformats.org/officeDocument/2006/relationships/slide" Target="/ppt/slides/slide4.xml" Id="R05104efa76344582" /><Relationship Type="http://schemas.openxmlformats.org/officeDocument/2006/relationships/slide" Target="/ppt/slides/slide5.xml" Id="R586506768bd24669" /><Relationship Type="http://schemas.openxmlformats.org/officeDocument/2006/relationships/slide" Target="/ppt/slides/slide6.xml" Id="Rbad958ccf8464efe" /><Relationship Type="http://schemas.openxmlformats.org/officeDocument/2006/relationships/slide" Target="/ppt/slides/slide7.xml" Id="Rcb51211055654e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e4e8f604fa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2891410064efa" /><Relationship Type="http://schemas.openxmlformats.org/officeDocument/2006/relationships/notesMaster" Target="/ppt/notesMasters/notesMaster1.xml" Id="Rd49d27187995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3d0ef2cd144d9" /><Relationship Type="http://schemas.openxmlformats.org/officeDocument/2006/relationships/notesMaster" Target="/ppt/notesMasters/notesMaster1.xml" Id="R6903445ade7742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2a50d70d74e78" /><Relationship Type="http://schemas.openxmlformats.org/officeDocument/2006/relationships/notesMaster" Target="/ppt/notesMasters/notesMaster1.xml" Id="Rceb4694c958c48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4dbd5512140ec" /><Relationship Type="http://schemas.openxmlformats.org/officeDocument/2006/relationships/notesMaster" Target="/ppt/notesMasters/notesMaster1.xml" Id="Rd7c5a2178fb7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651aec3274637" /><Relationship Type="http://schemas.openxmlformats.org/officeDocument/2006/relationships/notesMaster" Target="/ppt/notesMasters/notesMaster1.xml" Id="R8c9097807eda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eb4f390b874677" /><Relationship Type="http://schemas.openxmlformats.org/officeDocument/2006/relationships/notesMaster" Target="/ppt/notesMasters/notesMaster1.xml" Id="R1279981df80448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af557a73d4956" /><Relationship Type="http://schemas.openxmlformats.org/officeDocument/2006/relationships/notesMaster" Target="/ppt/notesMasters/notesMaster1.xml" Id="R2315eecfad2f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d862734314fd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97b307c9c04a8e" /><Relationship Type="http://schemas.openxmlformats.org/officeDocument/2006/relationships/slideLayout" Target="/ppt/slideLayouts/slideLayout2.xml" Id="Rb52b30841e91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b30841e91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476e1c76e4213" /><Relationship Type="http://schemas.openxmlformats.org/officeDocument/2006/relationships/notesSlide" Target="/ppt/notesSlides/notesSlide1.xml" Id="R6170dd0e0f2a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8ac505c0e2439e" /><Relationship Type="http://schemas.openxmlformats.org/officeDocument/2006/relationships/notesSlide" Target="/ppt/notesSlides/notesSlide2.xml" Id="R26901624976443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159cbbeeb4cc4" /><Relationship Type="http://schemas.openxmlformats.org/officeDocument/2006/relationships/notesSlide" Target="/ppt/notesSlides/notesSlide3.xml" Id="R6972089682264f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117e9a7194176" /><Relationship Type="http://schemas.openxmlformats.org/officeDocument/2006/relationships/notesSlide" Target="/ppt/notesSlides/notesSlide4.xml" Id="Rc2b6ba0aa6d6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ea527619d48e2" /><Relationship Type="http://schemas.openxmlformats.org/officeDocument/2006/relationships/notesSlide" Target="/ppt/notesSlides/notesSlide5.xml" Id="R3583ce156725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bba085d714d64" /><Relationship Type="http://schemas.openxmlformats.org/officeDocument/2006/relationships/notesSlide" Target="/ppt/notesSlides/notesSlide6.xml" Id="R695deec2f56f42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052de472c494a" /><Relationship Type="http://schemas.openxmlformats.org/officeDocument/2006/relationships/notesSlide" Target="/ppt/notesSlides/notesSlide7.xml" Id="R824ee709e96a43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4032DE7-979F-4078-9A09-33901D9C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8851C3-80ED-493B-8833-DE9B78CC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FB451F-93EB-4F53-A71A-C866199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F3648DC-D7E8-4AB2-BCB6-400E634B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DF8DA8BC-7AEC-4F43-A788-869DACA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BEF87E87-F54B-469C-A0EA-21ACCE5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485AA04C-1DE9-4AD1-9894-B3296E3D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User asks a natural question.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D9E5542F-FF3E-45CC-8058-9EFEA23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"Tell me about connected users in the last 24 hours."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1E8EC139-6FBF-4704-B76E-DEAE05A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71E5A382-4D52-459A-83F3-661A09C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13A04B94-DC12-4F60-904E-8CA18ABD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903A3C4A-5AEE-4BD2-BA29-5368601C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FB516F51-A2C6-4C14-BC49-D4D6559F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08946E9A-8C53-4B4A-8E5C-BCF36D3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D4F73A8E-EB6E-4258-B5C8-D8789E04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C3055478-BDDD-4A49-9B6F-EE496E4A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21AB908F-5D74-4970-BB1D-D0E7829B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7AE920CA-742B-44B7-9460-92934B13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E228865E-EE5B-4097-B0DD-17A24F0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F2AA20F8-FAA0-418A-9E6F-C8564A82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05A6FC5C-F6C7-49F5-9BA1-83F6F13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A02DCB37-03A4-4C1D-AC8E-9E1601B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CC11ADB5-832C-45D8-9C57-D56D141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8F82D7C8-AF9B-4F4E-927E-725B602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44DF76E6-F52C-4460-90EE-CFD8F83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20787D2B-D942-4945-82D8-63FA568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56BAEC9B-8271-4FDE-B452-FF8A3ABB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032EE81E-0E52-4C30-8FDA-1EB1FD0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A6338B1B-D371-4A1D-94B2-F226AC7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934B55C-8B5F-4C7A-ACA7-68C8265B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1CE8D92B-5EA0-4B21-8787-389B6CA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93AD7888-AC5D-4EBE-8BC6-0165B4C8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68546F23-969A-4E02-8FEE-BE1FF60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1AE82BF-A98B-4966-8520-4B80183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6A4D6B60-00D8-4C6E-9BBE-230D9E5E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5364679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E0A7DA-3FE5-4C59-A6F7-6CBBDA82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AFD896-5A1E-476A-AC32-ECDBB1F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964E8F-57BD-46C6-98C7-FECA218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D86BC69-AB4E-43AC-8A2B-11DE26B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21B28B-C171-4DC2-8844-84E4147F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0EA27047-1404-4669-9351-5313905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AA6CEDDC-72D6-4917-8CD9-025B5A62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AI understands what is needed.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94304877-1C16-480A-B41E-51E2449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identifies the topic and the time range.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4462B12F-B8AE-46CC-9D9A-2EBDF72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400FE79F-D316-412F-8F5D-46F581A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B227D3AC-8790-40D9-9A48-011243AD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F28B6F26-F4E2-4E94-8660-CDD95CF0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CC14CFED-662D-496B-8B8A-8FB350D6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12AF4553-C87A-4FB3-8F91-F29D196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73D0440D-0DC2-4D11-8E08-98615C4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9DA39CEC-6489-4D43-A9B8-D989255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F22F1451-3CE7-4373-BA80-3272F66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6173DE22-33EB-472F-AE77-368D3CA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445BC7D3-2CD9-4E9A-BC20-CB92ADF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FE4A0CCB-539B-4AB3-8965-C184056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DC69812D-71F6-4111-99F2-ADC50FDC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AA1E9FCE-B43B-4065-AEFC-1105B87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492E4946-BA01-44F1-B41B-561A795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0DC8FC5B-3AD7-4CD6-B697-245CFCE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1197BD2B-9C7C-4127-B6A6-2D50FD6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3749C7FE-9652-4990-9012-4AECCAF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FF60E5CC-53A1-4770-9EB0-37CCBDF8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6702EC4-8956-4A7E-9606-A9AE1FAD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1631C0B9-79CC-426B-BF8D-AB0FDE1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2F902511-9BCD-4304-A3B3-117C22E1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A1ED9754-FCDA-4467-B6BE-BCC6677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2BAC308C-11A5-42AA-AE2F-F9AC45E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71F6757A-7116-4ADD-914D-8485ECE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C89CC9B-FDF5-4550-8381-65A287B1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03E9580D-6996-4C1D-B095-BEF13615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9196765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47DB3E4-86E2-4DB7-9440-0D77BDD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AD511B-492B-47A0-AADB-B6204504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C7062E-C7ED-4D96-AC37-2910EBB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4D9EA18-1454-47BF-961D-060ED5D4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EDC5D1B-DB32-4513-A006-74DB48D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5B228813-9156-4D72-A379-5F73B64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7069B757-9645-43F2-9433-BF4B8E4D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AI asks for live data.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089B82A0-E6B2-42B7-A9DC-E69F8EE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requests connected-user information for the last 24 hours.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496832BA-063F-4A9A-B0FA-DD5321A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E9CDE57D-7D68-403E-AACC-7A2193A5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1353812C-53F4-4296-856C-83D9DB4E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E9FE2A08-A337-49D7-AFF6-5B95A26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D274834B-9620-4B06-8B44-E10B73A4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A784C9C-4D07-4C33-AFA7-23B4587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0EDFD741-1272-45ED-A4E6-23BD05A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04611E83-A902-48A0-8B82-2D28D173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58026EAA-55D9-4F09-9BB8-FB80FE7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C2AF79CF-B083-4F62-9A90-57257F9E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7252C89A-282A-48D6-855E-509DFC3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CA0C87FC-964B-4E51-B569-BBF8FF54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C8C652AA-D7D6-4599-A9E9-00B22A50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0AE195F0-E6DA-4C1C-B554-22B400B2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677F4089-9F42-41A2-A2D4-B04D0C0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F7A9C3BA-98FE-494B-A90C-477B5A1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B38B10B9-E369-41C4-98D3-A81BF60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D45C8076-A999-429F-A06C-039B924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84781548-38DC-451E-BD3D-BBF1985D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A64BC6C-9FF7-414C-8252-E29CE27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71CAD51F-248D-47F3-B9E5-190AA28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6E92EE2-715D-4E8A-9332-F0D8ACA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C90C66C6-09C1-4997-A80B-1E0F754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706E8C9-E706-4AEB-BC85-DA5DAB7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27B42700-19AA-43A6-BBB2-3E5F9837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631A2FB-A43C-4ABD-ACA2-DCD9CCA1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C7ABE775-5703-4D73-B3B1-44E0C91E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3156120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A0D20CC-2162-427A-A486-24212F9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92B283-81F7-4D5C-B4E3-14EFE35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D1E77D-13B7-4676-A806-A46F2649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3199C85-A8EA-4912-A131-DD1967D2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94DA132-CFE9-4D63-B3DE-55E4015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F758D066-01B8-44B4-9F3C-CB3B3BE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FF94638-CBFC-469E-8CCB-AA77205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system checks the monitoring data.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EC487EC1-E1FE-4970-AC18-BDFF884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looks up the latest connected-user count.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7471C88C-ACBA-441F-9FB1-2951755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CA248E96-764C-49CC-9BAA-9C8C278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A030E87F-2685-4921-BE50-CD7E723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A4CAD33B-52A0-48D5-A66F-959BF25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942037CF-9801-4216-87B8-FC7E567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ED77C9F-9BE0-46F8-A831-29FCB52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0DFFBF94-5823-4024-A9B9-F467507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D00D5A3A-E547-4ED3-B8A2-F5D13E7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00D7F8D2-237E-45FE-B743-2FB9CC44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85DDD49B-841D-4CE1-B6D0-DEAA21B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54A25A13-6E8A-453E-9DB2-B51881C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5BD2AAA1-6E1E-486A-A198-F48256C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BB2787C3-8336-48FD-BAE8-7291A281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2F91CEB8-F7D9-4C1A-BC50-EF8C47B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4E3BA55D-6663-4F4B-9452-CD7EA0E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5DFD3026-8E6B-4805-A581-A201675D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9186C040-86BB-48E6-A1B5-7156BE3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CA6BE452-EDA2-426A-82D9-A7BF2EA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B26BEE40-431D-4250-9E02-47AA93F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EEE8F7D8-D351-48B0-9512-CCF217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C635C549-C5F8-4FD4-BA4C-885E704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7AF403A9-3B30-407F-8C07-AB1E2E5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8109DD05-5242-4D05-99AE-61CAB2A0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338B2B28-E370-4A46-9E07-AC9B922D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C1E3BD58-AB7A-4A1B-B6F0-C4A6E1A3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765B9BA-02E1-4AA5-9B45-271ADB95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2B4C05DF-807C-4E9D-A17A-E0AEC84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0413632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FA1E60D-CCD2-47C4-AF4C-54479159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9C9288-93C0-4383-AE87-B3752C3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07D32E-14E7-4935-A288-4381592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D99169C-C737-4E83-8C28-09AB7BBC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FB6705C-B145-4F58-A7D8-9606ADB9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44EFD5F6-3B1F-4355-9AA4-3FA7971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63C9F0F1-DB63-4F55-93D4-A655CF0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result is returned to the AI.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55D4097F-5274-4720-B95C-E6FC2F5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response contains the live count and the time window.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079F74ED-EF3C-4793-86CE-4A90E9D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384DFAB9-3A2F-4EAF-AEFE-1C46B2B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94775019-554C-4B10-9C2B-AF5EE8A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30A525DE-D0DC-4366-B45E-29DB35F1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07E08E80-A93F-4FA6-8DB4-2ACD759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B57FEC3A-9AF4-4028-945C-59FEB76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1B3B2F19-0F6E-4E33-B74B-BD1BCA5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417F9B54-37BF-4B87-93CE-FCAFBB5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0D68293E-BD1A-430E-8880-A2C4E39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B22F864B-949D-43EE-BB74-C9767F8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1C8BCD36-ECBD-4ABA-8183-BE9D2A3F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7D052A7B-2E5F-4359-BEFF-B913D66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8E75676F-B41C-49D1-AA6B-DFD7F5E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733A7BD8-C094-446A-B631-6CE8F038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92BBE956-7FEE-492A-8315-A44F03B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3E8BC96D-132C-480B-A63C-2F2C6B7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D9FF86F-3A77-4105-BA16-DC07146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4FAC4775-ECCD-44E7-A106-D39F754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052CBAA5-DF40-4617-8CEC-9B4C72FE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EA5501BE-9030-41A0-B99D-205AA07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8C5FB50D-5A72-424A-9B90-3C8DB3D5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E79560F-3A5D-42B3-9100-4A01FF6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7E44AAA7-D7A5-49A5-97F8-2421264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2F579E87-DB46-4E5A-85BE-A6B4DBF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B00FE8E7-8936-4F3F-8611-EAB0BB80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426DC0C-7938-40B2-A2C1-374657F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25A3418E-ED90-4595-8C81-ECFA0E12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3415755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F08BC34-A35B-443C-BF37-969B955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54C585-428F-4941-88F1-C86E427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54AD14-C727-4A53-B9A0-EE966A45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DD3380D-CE6C-4BB2-9B84-69474B37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03600C08-B204-4927-9CA1-C246F55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47D6F4F6-859C-452A-BEF2-B27B9557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E616100-4FAD-4AB4-ADD7-56392A6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AI explains the answer clearly.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95F33DE0-7030-43F1-9F93-5DCEEA9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combines the live result with plain-language context.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353E1E20-23B4-4568-BDA1-8B02945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808D6616-4B63-4B73-B4A8-E7F1AB7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D8E9CFA2-DA1D-40A9-AF57-5D121E2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2CABD381-F7C3-4E19-8DA1-B5937FB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D5A893B1-62EF-4CAE-B02F-6B6F7A8B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D2E16C6B-44F5-45D0-A439-B1AB18F9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44AB5604-883A-4FA1-9D27-EDC702D0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5CFA1086-7623-40D1-9864-264007B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8A451643-D11D-4C73-B22A-706D7440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BF7C6412-AB8A-4EF4-AA21-4D6D558A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029EA36F-CC70-4B21-BF25-B871127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7D7B96F1-9774-4F3E-9424-E25DEF18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E02A66BE-F820-4009-8F39-683036FE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8D4C3C3F-2A64-448A-B6D9-B2CFD2D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B237340E-BAFE-45A4-812B-0295E4B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A29D8427-2D1A-47EC-AC07-36D52AA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848E3EE7-0533-4078-9328-56717EF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CBAA5453-1495-4F6A-813B-BF4968A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4DD6B809-25E4-4D88-8A1D-F6747CA3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8041478F-BFFD-4B28-92D4-2619CFE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AAF6FBEB-D1F5-41F1-898A-F9855843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E9036D8-1565-45AE-9470-7D6E329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473FEA41-10B2-4A4D-A502-D2FBF9EC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B5539D58-467B-44B2-B634-4A9B363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4711957E-6152-4321-8507-3CC32D78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D44210B-6FA9-4425-A98F-CD995772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B82750F8-061E-4C07-B86F-048FDFB6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7493195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C5C600-228E-4E87-B001-70B36514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F6EBF6-70AE-46AF-93A7-0DA24A7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3A4327-EFA7-40FD-BA54-0A158567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END-TO-END VIEW</a:t>
            </a:r>
          </a:p>
        </p:txBody>
      </p:sp>
      <p:sp>
        <p:nvSpPr>
          <p:cNvPr id="4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D5165E35-06EE-4C83-BFBE-159E7EF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Everything at once.</a:t>
            </a:r>
          </a:p>
        </p:txBody>
      </p:sp>
      <p:sp>
        <p:nvSpPr>
          <p:cNvPr id="5" name="summary-subtitle">
            <a:extLst xmlns:a="http://schemas.openxmlformats.org/drawingml/2006/main">
              <a:ext uri="{FF2B5EF4-FFF2-40B4-BE49-F238E27FC236}">
                <a16:creationId xmlns:a16="http://schemas.microsoft.com/office/drawing/2014/main" id="{66ABD04F-17FC-4C85-8D20-0E14322B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Question -&gt; live lookup -&gt; plain-language answer.</a:t>
            </a:r>
          </a:p>
        </p:txBody>
      </p:sp>
      <p:sp>
        <p:nvSpPr>
          <p:cNvPr id="6" name="summary-User">
            <a:extLst xmlns:a="http://schemas.openxmlformats.org/drawingml/2006/main">
              <a:ext uri="{FF2B5EF4-FFF2-40B4-BE49-F238E27FC236}">
                <a16:creationId xmlns:a16="http://schemas.microsoft.com/office/drawing/2014/main" id="{D2536F9E-C1A3-439B-857F-1F3421E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CFC6B8"/>
            </a:solidFill>
            <a:prstDash val="solid"/>
          </a:ln>
        </p:spPr>
      </p:sp>
      <p:sp>
        <p:nvSpPr>
          <p:cNvPr id="7" name="summary-User-title">
            <a:extLst xmlns:a="http://schemas.openxmlformats.org/drawingml/2006/main">
              <a:ext uri="{FF2B5EF4-FFF2-40B4-BE49-F238E27FC236}">
                <a16:creationId xmlns:a16="http://schemas.microsoft.com/office/drawing/2014/main" id="{C58D35E4-41B2-4353-A9F1-353A68AC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8" name="summary-User-detail">
            <a:extLst xmlns:a="http://schemas.openxmlformats.org/drawingml/2006/main">
              <a:ext uri="{FF2B5EF4-FFF2-40B4-BE49-F238E27FC236}">
                <a16:creationId xmlns:a16="http://schemas.microsoft.com/office/drawing/2014/main" id="{9B3D1FD4-540C-4DDA-B553-BAC8B18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asks the question</a:t>
            </a:r>
          </a:p>
        </p:txBody>
      </p:sp>
      <p:sp>
        <p:nvSpPr>
          <p:cNvPr id="9" name="summary-AI">
            <a:extLst xmlns:a="http://schemas.openxmlformats.org/drawingml/2006/main">
              <a:ext uri="{FF2B5EF4-FFF2-40B4-BE49-F238E27FC236}">
                <a16:creationId xmlns:a16="http://schemas.microsoft.com/office/drawing/2014/main" id="{87A0BEC1-9BE0-41D4-8B6C-158456B4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12383">
            <a:solidFill>
              <a:srgbClr val="27221C"/>
            </a:solidFill>
            <a:prstDash val="solid"/>
          </a:ln>
        </p:spPr>
      </p:sp>
      <p:sp>
        <p:nvSpPr>
          <p:cNvPr id="10" name="summary-AI-title">
            <a:extLst xmlns:a="http://schemas.openxmlformats.org/drawingml/2006/main">
              <a:ext uri="{FF2B5EF4-FFF2-40B4-BE49-F238E27FC236}">
                <a16:creationId xmlns:a16="http://schemas.microsoft.com/office/drawing/2014/main" id="{C4B2EE0F-B115-4BEC-BD8A-DFD03B70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1" name="summary-AI-detail">
            <a:extLst xmlns:a="http://schemas.openxmlformats.org/drawingml/2006/main">
              <a:ext uri="{FF2B5EF4-FFF2-40B4-BE49-F238E27FC236}">
                <a16:creationId xmlns:a16="http://schemas.microsoft.com/office/drawing/2014/main" id="{3D13CB67-ADAC-4AB7-B50B-A174C8A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ED5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ED5C7"/>
                </a:solidFill>
                <a:latin typeface="Aptos"/>
                <a:ea typeface="Aptos"/>
                <a:cs typeface="Aptos"/>
              </a:rPr>
              <a:t>understands intent</a:t>
            </a:r>
          </a:p>
        </p:txBody>
      </p:sp>
      <p:sp>
        <p:nvSpPr>
          <p:cNvPr id="12" name="summary-Live Data">
            <a:extLst xmlns:a="http://schemas.openxmlformats.org/drawingml/2006/main">
              <a:ext uri="{FF2B5EF4-FFF2-40B4-BE49-F238E27FC236}">
                <a16:creationId xmlns:a16="http://schemas.microsoft.com/office/drawing/2014/main" id="{55E5D74A-CE4B-4EE0-AD39-0F06CAE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CFC6B8"/>
            </a:solidFill>
            <a:prstDash val="solid"/>
          </a:ln>
        </p:spPr>
      </p:sp>
      <p:sp>
        <p:nvSpPr>
          <p:cNvPr id="13" name="summary-Live Data-title">
            <a:extLst xmlns:a="http://schemas.openxmlformats.org/drawingml/2006/main">
              <a:ext uri="{FF2B5EF4-FFF2-40B4-BE49-F238E27FC236}">
                <a16:creationId xmlns:a16="http://schemas.microsoft.com/office/drawing/2014/main" id="{C310F577-C2E7-4769-ACCE-26D7E25A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4" name="summary-Live Data-detail">
            <a:extLst xmlns:a="http://schemas.openxmlformats.org/drawingml/2006/main">
              <a:ext uri="{FF2B5EF4-FFF2-40B4-BE49-F238E27FC236}">
                <a16:creationId xmlns:a16="http://schemas.microsoft.com/office/drawing/2014/main" id="{C9629E2A-6274-4409-B2FA-C0BFAEB0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returns latest count</a:t>
            </a:r>
          </a:p>
        </p:txBody>
      </p:sp>
      <p:sp>
        <p:nvSpPr>
          <p:cNvPr id="15" name="summary-AI">
            <a:extLst xmlns:a="http://schemas.openxmlformats.org/drawingml/2006/main">
              <a:ext uri="{FF2B5EF4-FFF2-40B4-BE49-F238E27FC236}">
                <a16:creationId xmlns:a16="http://schemas.microsoft.com/office/drawing/2014/main" id="{D84449FC-21A5-4B0D-8720-6F5800C8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12383">
            <a:solidFill>
              <a:srgbClr val="27221C"/>
            </a:solidFill>
            <a:prstDash val="solid"/>
          </a:ln>
        </p:spPr>
      </p:sp>
      <p:sp>
        <p:nvSpPr>
          <p:cNvPr id="16" name="summary-AI-title">
            <a:extLst xmlns:a="http://schemas.openxmlformats.org/drawingml/2006/main">
              <a:ext uri="{FF2B5EF4-FFF2-40B4-BE49-F238E27FC236}">
                <a16:creationId xmlns:a16="http://schemas.microsoft.com/office/drawing/2014/main" id="{30D64BA3-DD73-4097-A5F3-CBE4B25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7" name="summary-AI-detail">
            <a:extLst xmlns:a="http://schemas.openxmlformats.org/drawingml/2006/main">
              <a:ext uri="{FF2B5EF4-FFF2-40B4-BE49-F238E27FC236}">
                <a16:creationId xmlns:a16="http://schemas.microsoft.com/office/drawing/2014/main" id="{4F1DCAE1-9AE5-41C0-B708-F995B5C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ED5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ED5C7"/>
                </a:solidFill>
                <a:latin typeface="Aptos"/>
                <a:ea typeface="Aptos"/>
                <a:cs typeface="Aptos"/>
              </a:rPr>
              <a:t>summarizes result</a:t>
            </a:r>
          </a:p>
        </p:txBody>
      </p:sp>
      <p:sp>
        <p:nvSpPr>
          <p:cNvPr id="18" name="summary-User">
            <a:extLst xmlns:a="http://schemas.openxmlformats.org/drawingml/2006/main">
              <a:ext uri="{FF2B5EF4-FFF2-40B4-BE49-F238E27FC236}">
                <a16:creationId xmlns:a16="http://schemas.microsoft.com/office/drawing/2014/main" id="{BF43C35B-9D51-4067-91B9-2FAE7D98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CFC6B8"/>
            </a:solidFill>
            <a:prstDash val="solid"/>
          </a:ln>
        </p:spPr>
      </p:sp>
      <p:sp>
        <p:nvSpPr>
          <p:cNvPr id="19" name="summary-User-title">
            <a:extLst xmlns:a="http://schemas.openxmlformats.org/drawingml/2006/main">
              <a:ext uri="{FF2B5EF4-FFF2-40B4-BE49-F238E27FC236}">
                <a16:creationId xmlns:a16="http://schemas.microsoft.com/office/drawing/2014/main" id="{C7A3A707-BECA-4107-9B2D-95E7A482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summary-User-detail">
            <a:extLst xmlns:a="http://schemas.openxmlformats.org/drawingml/2006/main">
              <a:ext uri="{FF2B5EF4-FFF2-40B4-BE49-F238E27FC236}">
                <a16:creationId xmlns:a16="http://schemas.microsoft.com/office/drawing/2014/main" id="{1BA489A3-F56D-4118-867C-F92DB2BA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gets the answer</a:t>
            </a:r>
          </a:p>
        </p:txBody>
      </p:sp>
      <p:sp>
        <p:nvSpPr>
          <p:cNvPr id="21" name="summary-arrow-1">
            <a:extLst xmlns:a="http://schemas.openxmlformats.org/drawingml/2006/main">
              <a:ext uri="{FF2B5EF4-FFF2-40B4-BE49-F238E27FC236}">
                <a16:creationId xmlns:a16="http://schemas.microsoft.com/office/drawing/2014/main" id="{1ED30945-8F79-4B9F-8A17-75328C0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ummary-arrow-head-1">
            <a:extLst xmlns:a="http://schemas.openxmlformats.org/drawingml/2006/main">
              <a:ext uri="{FF2B5EF4-FFF2-40B4-BE49-F238E27FC236}">
                <a16:creationId xmlns:a16="http://schemas.microsoft.com/office/drawing/2014/main" id="{EDFCD715-C8A2-4BCC-9797-6248479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ummary-arrow-2">
            <a:extLst xmlns:a="http://schemas.openxmlformats.org/drawingml/2006/main">
              <a:ext uri="{FF2B5EF4-FFF2-40B4-BE49-F238E27FC236}">
                <a16:creationId xmlns:a16="http://schemas.microsoft.com/office/drawing/2014/main" id="{87252154-691C-4834-A472-13AE0BC5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ummary-arrow-head-2">
            <a:extLst xmlns:a="http://schemas.openxmlformats.org/drawingml/2006/main">
              <a:ext uri="{FF2B5EF4-FFF2-40B4-BE49-F238E27FC236}">
                <a16:creationId xmlns:a16="http://schemas.microsoft.com/office/drawing/2014/main" id="{7F0E208D-ED63-4A4A-86FF-8B83AA3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ummary-arrow-3">
            <a:extLst xmlns:a="http://schemas.openxmlformats.org/drawingml/2006/main">
              <a:ext uri="{FF2B5EF4-FFF2-40B4-BE49-F238E27FC236}">
                <a16:creationId xmlns:a16="http://schemas.microsoft.com/office/drawing/2014/main" id="{410FF138-923D-49B7-8F7C-A6390294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ummary-arrow-head-3">
            <a:extLst xmlns:a="http://schemas.openxmlformats.org/drawingml/2006/main">
              <a:ext uri="{FF2B5EF4-FFF2-40B4-BE49-F238E27FC236}">
                <a16:creationId xmlns:a16="http://schemas.microsoft.com/office/drawing/2014/main" id="{5F5C8FB9-54CF-4413-BB96-5F27904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ummary-arrow-4">
            <a:extLst xmlns:a="http://schemas.openxmlformats.org/drawingml/2006/main">
              <a:ext uri="{FF2B5EF4-FFF2-40B4-BE49-F238E27FC236}">
                <a16:creationId xmlns:a16="http://schemas.microsoft.com/office/drawing/2014/main" id="{31FAD598-EE16-49DF-94E2-701D21C6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ummary-arrow-head-4">
            <a:extLst xmlns:a="http://schemas.openxmlformats.org/drawingml/2006/main">
              <a:ext uri="{FF2B5EF4-FFF2-40B4-BE49-F238E27FC236}">
                <a16:creationId xmlns:a16="http://schemas.microsoft.com/office/drawing/2014/main" id="{BCFE046A-E9F5-4D45-B2BD-4528497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9BA39F0-6A9F-40E3-91DA-3DDBC2B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ummary-note">
            <a:extLst xmlns:a="http://schemas.openxmlformats.org/drawingml/2006/main">
              <a:ext uri="{FF2B5EF4-FFF2-40B4-BE49-F238E27FC236}">
                <a16:creationId xmlns:a16="http://schemas.microsoft.com/office/drawing/2014/main" id="{B42D9456-1AB5-4FFB-A126-693F9714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Simple business flow.</a:t>
            </a:r>
          </a:p>
        </p:txBody>
      </p:sp>
      <p:sp>
        <p:nvSpPr>
          <p:cNvPr id="31" name="step-count">
            <a:extLst xmlns:a="http://schemas.openxmlformats.org/drawingml/2006/main">
              <a:ext uri="{FF2B5EF4-FFF2-40B4-BE49-F238E27FC236}">
                <a16:creationId xmlns:a16="http://schemas.microsoft.com/office/drawing/2014/main" id="{C020F98F-BDE0-4BC1-B166-4893366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228871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2026-05-12T13:49:03.6470000Z</dcterms:created>
  <dcterms:modified xsi:type="dcterms:W3CDTF">2026-05-12T13:49:03.6470000Z</dcterms:modified>
</coreProperties>
</file>