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921687b37849b3" /><Relationship Type="http://schemas.openxmlformats.org/officeDocument/2006/relationships/extended-properties" Target="/docProps/app.xml" Id="Rb5192be53cbe4608" /><Relationship Type="http://schemas.openxmlformats.org/officeDocument/2006/relationships/officeDocument" Target="/ppt/presentation.xml" Id="Ra07e01c358de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9dc4524f09422f"/>
  </p:sldMasterIdLst>
  <p:notesMasterIdLst>
    <p:notesMasterId xmlns:r="http://schemas.openxmlformats.org/officeDocument/2006/relationships" r:id="R5be6b0265ed84e4b"/>
  </p:notesMasterIdLst>
  <p:sldIdLst>
    <p:sldId xmlns:r="http://schemas.openxmlformats.org/officeDocument/2006/relationships" id="256" r:id="R0cadecfd434c4849"/>
    <p:sldId xmlns:r="http://schemas.openxmlformats.org/officeDocument/2006/relationships" id="257" r:id="Rdf9756680ed44804"/>
    <p:sldId xmlns:r="http://schemas.openxmlformats.org/officeDocument/2006/relationships" id="258" r:id="Rfc65b9c8a2c245ec"/>
    <p:sldId xmlns:r="http://schemas.openxmlformats.org/officeDocument/2006/relationships" id="259" r:id="R60b238bb83a94db6"/>
    <p:sldId xmlns:r="http://schemas.openxmlformats.org/officeDocument/2006/relationships" id="260" r:id="R925463e7adae4ca8"/>
    <p:sldId xmlns:r="http://schemas.openxmlformats.org/officeDocument/2006/relationships" id="261" r:id="Rb9b078602b09402b"/>
    <p:sldId xmlns:r="http://schemas.openxmlformats.org/officeDocument/2006/relationships" id="262" r:id="R7d6610c1c2bc4437"/>
    <p:sldId xmlns:r="http://schemas.openxmlformats.org/officeDocument/2006/relationships" id="263" r:id="Rb64202a69f684e34"/>
    <p:sldId xmlns:r="http://schemas.openxmlformats.org/officeDocument/2006/relationships" id="264" r:id="R91216dc7150c47b7"/>
    <p:sldId xmlns:r="http://schemas.openxmlformats.org/officeDocument/2006/relationships" id="265" r:id="Rfeb1a1368fa046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dc4524f09422f" /><Relationship Type="http://schemas.openxmlformats.org/officeDocument/2006/relationships/theme" Target="/ppt/theme/theme1.xml" Id="R6a1c9c8c22c84947" /><Relationship Type="http://schemas.openxmlformats.org/officeDocument/2006/relationships/notesMaster" Target="/ppt/notesMasters/notesMaster1.xml" Id="R5be6b0265ed84e4b" /><Relationship Type="http://schemas.openxmlformats.org/officeDocument/2006/relationships/presProps" Target="/ppt/presProps.xml" Id="Rbfdcc980418f4a24" /><Relationship Type="http://schemas.openxmlformats.org/officeDocument/2006/relationships/viewProps" Target="/ppt/viewProps.xml" Id="Rd938610a37464721" /><Relationship Type="http://schemas.openxmlformats.org/officeDocument/2006/relationships/tableStyles" Target="/ppt/tableStyles.xml" Id="Raef535a5017246d8" /><Relationship Type="http://schemas.openxmlformats.org/officeDocument/2006/relationships/slide" Target="/ppt/slides/slide1.xml" Id="R0cadecfd434c4849" /><Relationship Type="http://schemas.openxmlformats.org/officeDocument/2006/relationships/slide" Target="/ppt/slides/slide2.xml" Id="Rdf9756680ed44804" /><Relationship Type="http://schemas.openxmlformats.org/officeDocument/2006/relationships/slide" Target="/ppt/slides/slide3.xml" Id="Rfc65b9c8a2c245ec" /><Relationship Type="http://schemas.openxmlformats.org/officeDocument/2006/relationships/slide" Target="/ppt/slides/slide4.xml" Id="R60b238bb83a94db6" /><Relationship Type="http://schemas.openxmlformats.org/officeDocument/2006/relationships/slide" Target="/ppt/slides/slide5.xml" Id="R925463e7adae4ca8" /><Relationship Type="http://schemas.openxmlformats.org/officeDocument/2006/relationships/slide" Target="/ppt/slides/slide6.xml" Id="Rb9b078602b09402b" /><Relationship Type="http://schemas.openxmlformats.org/officeDocument/2006/relationships/slide" Target="/ppt/slides/slide7.xml" Id="R7d6610c1c2bc4437" /><Relationship Type="http://schemas.openxmlformats.org/officeDocument/2006/relationships/slide" Target="/ppt/slides/slide8.xml" Id="Rb64202a69f684e34" /><Relationship Type="http://schemas.openxmlformats.org/officeDocument/2006/relationships/slide" Target="/ppt/slides/slide9.xml" Id="R91216dc7150c47b7" /><Relationship Type="http://schemas.openxmlformats.org/officeDocument/2006/relationships/slide" Target="/ppt/slides/slide10.xml" Id="Rfeb1a1368fa0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e60909ec7740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661e812fbc48a7" /><Relationship Type="http://schemas.openxmlformats.org/officeDocument/2006/relationships/notesMaster" Target="/ppt/notesMasters/notesMaster1.xml" Id="R85feb045e8d54d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5a98756324265" /><Relationship Type="http://schemas.openxmlformats.org/officeDocument/2006/relationships/notesMaster" Target="/ppt/notesMasters/notesMaster1.xml" Id="Rd0e960beb7c64d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ede640f42145ae" /><Relationship Type="http://schemas.openxmlformats.org/officeDocument/2006/relationships/notesMaster" Target="/ppt/notesMasters/notesMaster1.xml" Id="R99bccb8e6e8b4a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0725464c4b426b" /><Relationship Type="http://schemas.openxmlformats.org/officeDocument/2006/relationships/notesMaster" Target="/ppt/notesMasters/notesMaster1.xml" Id="R2dc6053e4c1b4d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e12c7b6f6b4dce" /><Relationship Type="http://schemas.openxmlformats.org/officeDocument/2006/relationships/notesMaster" Target="/ppt/notesMasters/notesMaster1.xml" Id="R8316fcf12b3547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7af2ab795743f1" /><Relationship Type="http://schemas.openxmlformats.org/officeDocument/2006/relationships/notesMaster" Target="/ppt/notesMasters/notesMaster1.xml" Id="R5cabd0e901a946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f12ec0e3a84156" /><Relationship Type="http://schemas.openxmlformats.org/officeDocument/2006/relationships/notesMaster" Target="/ppt/notesMasters/notesMaster1.xml" Id="Ra000a589c02e4b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972baf6f8b464b" /><Relationship Type="http://schemas.openxmlformats.org/officeDocument/2006/relationships/notesMaster" Target="/ppt/notesMasters/notesMaster1.xml" Id="Rb9d8d3ca2fe3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63a67bc96a4b41" /><Relationship Type="http://schemas.openxmlformats.org/officeDocument/2006/relationships/notesMaster" Target="/ppt/notesMasters/notesMaster1.xml" Id="R520ea23237e84b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0ec6def0a440da" /><Relationship Type="http://schemas.openxmlformats.org/officeDocument/2006/relationships/notesMaster" Target="/ppt/notesMasters/notesMaster1.xml" Id="R5b31ea35b80c42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158f8ea6842d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e300c80377e4d8d" /><Relationship Type="http://schemas.openxmlformats.org/officeDocument/2006/relationships/slideLayout" Target="/ppt/slideLayouts/slideLayout2.xml" Id="R5bd03177534c42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d03177534c42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750c3ec4cb4114" /><Relationship Type="http://schemas.openxmlformats.org/officeDocument/2006/relationships/notesSlide" Target="/ppt/notesSlides/notesSlide1.xml" Id="R309a2f59ccfe4d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5acd6ba61346a4" /><Relationship Type="http://schemas.openxmlformats.org/officeDocument/2006/relationships/notesSlide" Target="/ppt/notesSlides/notesSlide2.xml" Id="Ra674fecf1d344b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87483859cd40f5" /><Relationship Type="http://schemas.openxmlformats.org/officeDocument/2006/relationships/notesSlide" Target="/ppt/notesSlides/notesSlide3.xml" Id="R320484e942084c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b5778a07a4df7" /><Relationship Type="http://schemas.openxmlformats.org/officeDocument/2006/relationships/notesSlide" Target="/ppt/notesSlides/notesSlide4.xml" Id="R33d3a91b1ebb4f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9939c0df6f45b0" /><Relationship Type="http://schemas.openxmlformats.org/officeDocument/2006/relationships/notesSlide" Target="/ppt/notesSlides/notesSlide5.xml" Id="Rfeb001b8e8624c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8951ff34bd48c3" /><Relationship Type="http://schemas.openxmlformats.org/officeDocument/2006/relationships/notesSlide" Target="/ppt/notesSlides/notesSlide6.xml" Id="R7e4273a4841e4d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baed44b55c4810" /><Relationship Type="http://schemas.openxmlformats.org/officeDocument/2006/relationships/notesSlide" Target="/ppt/notesSlides/notesSlide7.xml" Id="Reabfec5a81874a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512480dd784556" /><Relationship Type="http://schemas.openxmlformats.org/officeDocument/2006/relationships/notesSlide" Target="/ppt/notesSlides/notesSlide8.xml" Id="R661dc9d02a0342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e00a1bcf96452f" /><Relationship Type="http://schemas.openxmlformats.org/officeDocument/2006/relationships/notesSlide" Target="/ppt/notesSlides/notesSlide9.xml" Id="Rb232d3537d6d4f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42a757b96d42d0" /><Relationship Type="http://schemas.openxmlformats.org/officeDocument/2006/relationships/notesSlide" Target="/ppt/notesSlides/notesSlide10.xml" Id="R5f029127042d45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F0AD832-45E0-4863-B138-627F10D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1FDD812-CF6E-49B7-A1FF-AE874494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7E5181-66C1-4544-B6D0-A6F2C5ED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406E850-1924-42DF-9601-4DED7C3B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EFA828F2-A9B7-4986-8837-09B540D0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C22CB4D6-C36B-482E-BED0-EAD62BC5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Client request enters ChatbotService.chat().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55FB9663-0651-4C94-AF95-14F14C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service builds initial messages and loads tool definitions.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6F81325A-1AFE-4FA4-B457-C8B2121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chatbot_service.py:89-92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1E74B05B-2850-4C8A-AA4B-4245260E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068CF235-184B-43B8-91A6-72A41AA1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59742237-89F0-43A3-8B69-0F4CA761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CECAF9A2-2D7B-40CD-8E7E-2E3BA0FE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5F6BC451-51B8-4BDF-9973-8E749C52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A3B631A0-582E-4DB2-9428-571C0245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F02FA62B-30BC-492C-83DE-CFB559E2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429BABEE-9377-43F0-9445-3E89DFA3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54DAC61B-7933-4E81-94E5-F6890FC0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58A09285-B5B0-44B2-AA02-D995E77D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8BEB533A-2D69-4A67-A1FB-7A6A4039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3DC345D9-C13D-4CE7-B2F4-3F9CBA8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A6053A3A-F09A-48BB-B2D8-FEEE03F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6A4AF606-4056-497A-B5E1-F6FF401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C3608FBC-A1BE-47EA-8F3D-5084654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ABBB0DFF-8040-43B6-9F02-0E57BC9B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6BA4CF1A-847C-4E29-9D66-70C8739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DDB7D968-64B8-46B0-B6B2-5E44D89C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03D0B420-B326-40CF-BD3F-49EDAEEA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C481C4D7-8956-4C9D-A7D8-3883D5DD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66B88B20-036F-4D6E-91AA-F39DE4DD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9874E335-2178-4DFF-87B9-C33FA37D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C16D865C-7614-4BB2-8B65-AE849A78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D908B859-591B-49E2-925F-F3472250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378062B7-B049-4ABD-8396-16AF41C2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3470D73C-6F31-4D99-9E1C-6D2877CF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698E24CF-7537-437E-A39E-C0A1754E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AD63825E-D92B-4802-B1FC-D2EBBD55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6456722C-ED99-46F7-A1B8-FC514702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9DB52A5A-A799-4DEA-A3EC-9CAABB3C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DB435EAB-68A6-4E91-805F-91258EE7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09FD76FB-EF37-4644-A93C-A722A6F1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FB8134EA-0B38-4FCB-92B1-5FCA37F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3706FFF-3EDB-4169-9709-628FFC3D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D2AB5BE6-B78B-4006-A585-1914783B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907908442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BA6370A-2542-4FEF-A968-185F79C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86E790-A391-4F27-801F-AE7FB753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65084C-BB4D-4388-A7AF-4225D19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99B7EA6-CC48-40DC-8737-1C112D3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363D2F51-F9B5-478B-9AED-6420A0D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17A25760-9419-493A-A1C4-CCEEDB0B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OCI receives messages plus tools.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FE46412C-DC53-44FF-99E3-0752117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GenericChatRequest gets tools, parallel calls, and tool_choice auto.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1153D7F1-0CC6-4729-9031-0497CFCD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genai_client.py:143-155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C59A7A9D-123D-4B96-8CC4-C8AFC776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A7E43337-9638-413C-912E-D528AA40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03CCCB09-343D-47F1-BEF3-86EE8E7E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2B1F70FD-4D6C-419C-8D86-24B2ED1F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C297635F-D82E-49B6-8299-904A4A0A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395783C6-FA9E-41D0-A063-1C9C7B84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513C74E0-0ADF-4103-933F-75F9D7E4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5B0CEC32-91CB-4562-B1FC-5C484D5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C3D0BA2A-9E2E-47A1-A2AB-71D7687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159605B0-5FB4-463D-BEAF-6874BEC3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19B22421-2E2D-48AC-A7DC-B7943FE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58B20638-4191-465F-96DD-313220A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8D7A0C89-E6A7-415D-A1A6-B6F46C21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7B873D8B-499C-4B8B-AC77-3A7C857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44A80274-A1B6-42F4-9BE7-9E89BF69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AE44B4A1-A54E-426B-8762-79D4C58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84A8FAD7-B6F3-42FB-9FE6-2467B63D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BDE2DEB8-030A-4A68-8144-86CD33A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92F36D7D-CA1B-40C5-85B3-C39565F6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338E6406-B94B-4222-B836-6DDFEC47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1F1C784E-6BF1-4520-893A-3126E61B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5C170676-339B-41AA-8EEA-82167196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EEEDD7C1-7F5C-46EE-9C5E-EE36B206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0AA1A6FF-5CD2-4B17-B883-ECFA51A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8DBDFF83-212A-44D4-BCB5-FF97CA9F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2EA5A32C-98BE-4657-8564-8D625039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FD82645F-C301-4672-90CA-A7C8E3BD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72488BE2-3781-4E21-B463-5ECE2C25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7F558C55-B97D-46B2-9023-5FD30A8C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D1C378A7-711E-4E66-AD92-C0A19905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CB7B77FC-150E-4D2B-8F01-625BA269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4D02180A-03A9-4608-960E-88370A57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5507FCD6-984C-4BE3-B511-DEFCD47C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97BF4E6-8E08-40AF-B6BF-90A67CE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967E7A59-7E5F-4582-952E-A3FB3AA9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963127278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A2ACFFC-F55C-4C38-B0DB-211B02E8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8B23EA-9D7E-4B94-989C-0437C7A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9895AD-775A-4A08-908A-9F3DF265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8AEEE57-CD90-4F53-855E-F0DC05CC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E7E34A44-32D9-4548-A580-3E385E6C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DBC4FD49-1F0D-449E-AC8C-16D6BBEB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model either answers or asks for a tool.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B5ED94BE-57CA-43A9-A429-0B61BA2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loop checks response.message.tool_calls after each model call.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6EA42D9B-8A4D-401B-8404-A725F2A7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chatbot_service.py:94-108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5F37F2B5-CCE2-44E1-B2A3-51BEF0F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E406B457-7F81-49DE-8255-05241B3E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D9496FE9-6DA8-45A7-BE49-7CFCBCC3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9F5D968B-FC54-47ED-B180-E89BC76A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723D242E-E221-4FCA-A3E6-BC5C0C07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16F0F0E6-06C4-4DC5-946B-170DCBFA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D202C4B5-4801-48F4-8DBA-6C593151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ED1BDC00-EC22-4D39-8DAF-9666788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C02DA7BF-67BE-47F8-B50C-F259BE47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99FFEEBD-8BC0-4973-B64E-050B022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ADD3FDC3-E94E-4240-822A-507684D4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8E85E476-1BCA-4489-859B-4CE245E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ACEE4AD2-7521-4A2C-A6A6-A152EE69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5A820383-EE8F-47C1-8EC6-1C3129B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312276A7-4111-4016-B640-4B75D508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CD280B6C-4DEB-425B-A672-6DB4F8AF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E8AC094B-54F3-40E9-98AB-AF754996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597C1221-46F0-42A2-9546-3167E0A8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6C0C6CD3-49DF-48CA-909A-EFE1345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0E6BA84F-12AE-4590-AD03-9DCFEDD4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EC0BAE12-7953-4769-BB60-21399EB7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363FF7C3-1771-4622-B9A5-A4079E25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BF5002D2-421F-4129-8649-6E0342C9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53A261E4-B59B-47CA-9CDA-44866230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B4B52A12-0BD5-4967-BADB-E6A2AA3D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800DAED0-AC1D-4D4B-A4EF-D4B684F9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2F9C0646-35B3-45F8-8F9A-6D0FCE5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C91FD47C-EA2E-4C8B-92AE-D5E6A9CA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C398B48B-E2FB-4529-BFCE-BEF1C100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1C03C109-3632-4E3F-AC72-BD73CF90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C16A7076-FC09-4CC0-8730-48AE36B6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6B08D26D-FBBE-4F4F-BF89-A52B0539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B50DB24E-7244-4DD0-A4BC-B10E682D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DC973D7-4394-4C29-953B-FC4F3CA6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51FB8F96-B704-47DF-8C63-A9FBF5BD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481700281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7E93CF-5283-40F3-A9EF-3A8EF6DF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3BAB28-25EE-4281-B41D-C817EBD5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D77633-C42D-4F89-816D-C60A3DF3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9409506-D9B1-4CCE-BD6E-614BD57C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7DBE3F3-EE74-40AA-A49E-88B57463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C9E41B92-6BB0-46A7-B18F-148D40C3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app parses the model's tool call.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1E762467-508A-492B-B92F-231463C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validates call_id, function name, and JSON arguments.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14CCDC84-44A3-41ED-AC47-2CC4BC2D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chatbot_service.py:448-469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D2F21D3D-3E33-4FB5-8648-9FBB9060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4FB9E512-B4D8-42AB-A1B5-77ABF83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2B0582CC-E54D-4029-91DE-EF8CB1CD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508AB843-0D94-422E-9C5F-17D2F1D7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3392DD56-7C53-4332-A300-6085C23C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01F2AD8D-8127-46CA-8184-7B9E5B44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BE65C60D-7340-4A65-B4B2-5DAB9C4E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2986BAE7-3968-444F-9C75-0623811C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62BAB1D2-C0FB-43D6-A169-06D00F76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35DE8EA3-58B9-43C5-A3F5-70808050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8FF752C3-A756-4DA8-9CC4-4FA370F0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3E635A79-A19B-45D6-87BA-D9C3C6B6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301BCE1E-3057-4C53-A4F5-F6DC956B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F7C1050A-B102-4FFF-90AF-D999038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897A93AF-142B-4E27-8C60-BAFAE28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689D6832-ED03-494F-8426-F8F8B86D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6938D529-483D-4CB5-B845-CDD6EF6F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1FEC422F-537D-44AE-9BA9-235B081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32B6C380-1AF5-43F8-97E2-8E5FD27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71AFBD0A-2BC9-4FFE-A688-5A316477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30C9CDD0-C654-41F1-A58E-EF2A81D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77C1CD27-A7E2-4086-88DB-41D62CFB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3483F70B-87D4-4F29-B187-5B3B690D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ECF15F46-BA4C-461B-803F-0AD1472D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6CB43844-6F2B-408E-B2A5-2A388734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C97EC2FA-589C-4366-852C-39A06B41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9D9BD968-EA5E-49F5-9CB6-ADF20715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170C0A7D-0D3F-4C60-8B7C-2FA6354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FA52E4CC-1E74-49EB-AE07-452FC585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89AB4FCF-E7DB-4B6C-9820-84D12F49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F775688C-F88C-4EBA-B020-9EFB16A5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D873C3CF-3057-4283-90E2-058D103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EA18342F-63E7-4698-AB11-50A0C5ED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ACCAF35-EFE2-45AE-892A-FF136EBA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3F638E14-83A1-438F-8147-80AA3D12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17295427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D238AD6-D195-4560-82CD-01D4CF34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7DE49A-CBFA-4622-A220-81B90262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4766DD-2319-467C-83CD-278373DE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85FB785-9BBE-4A50-AE49-A9B0E755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38949626-0E37-46B8-9B92-E44BFC57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ED08C56D-C87C-460F-880B-AE35B16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app executes the selected backend action.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7A392373-F7E1-4FD5-9C80-0B888DE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 names map into Prisma or OCI-backed service calls.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D75A5BB5-8C17-43F7-9BCA-E1B9D747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chatbot_service.py:510-565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742C2AFA-54CE-4A84-8E02-79847AD3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A247E361-C642-4822-904F-7FF68E6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499984A7-FBFB-4FD5-84BB-FE760663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FB4640B4-B08F-49C3-8CDA-61E69269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7A34E4AC-1B64-4F8F-A672-FDD4A867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66EC4A0B-3EDB-4CDB-BCF6-961C679C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5920EAB9-9C75-477B-B153-A805AC2E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9139866D-83A8-4400-AAC7-79ADA8B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E941C3C1-953F-40AE-9B63-66F444B0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D6937040-5411-4D54-9C54-A990ED6B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C58F44DE-4F97-48B9-A13C-1CAA8E59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6546507C-0D03-49F7-B4FA-0032A8FD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B55859A4-A945-4AD3-AC30-8BDA645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47AEAC52-524D-40FC-8711-83BBBAE6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A1A8D4E6-28C2-4655-9B96-85B48C3C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6D61970C-BFA9-4200-9FFB-FBA9F89D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934DDDFC-F84E-4DFA-A652-0BEAC46F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DDB35713-E310-4DF1-8AB4-C5E29B9E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86E6A12A-AB46-4671-9D68-58157924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9C22C085-BA6C-4C28-BECA-A26C064C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4E9A4D8E-9635-4FFB-8CB4-1024216C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D57D5375-6974-490C-B36D-F62FF957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E2063BFF-2E81-4044-AAD3-2E91F695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F7D96964-4AEB-451A-A7EA-AAF8B77E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BD350B01-A674-4B0F-8FBC-9862D0C4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75E25E41-E7FB-46A4-9BE1-C9063D39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EF7FF3EB-3DCA-4BC6-B666-1033C246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E2D2DD48-84C4-42A7-B2E5-3A693471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CCE46456-ECE0-4FC1-BE56-103B8000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876ED55C-6034-4F8B-B614-8D71113A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D8244BE6-AB64-4A0F-8862-4568E4C8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8B81BDE8-0D03-47C9-99A5-9DB49548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9777C944-B4EF-493C-8DAD-6CE3F357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D48BA2E-57D1-4955-9782-329A8E05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C5B425AA-71D9-4303-850C-D38ED2C5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426885890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633EBD5-6BA2-4B41-AF7D-027F442B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15F3ADA-7382-4812-A821-1C24E26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4C89E08-6C80-4C0E-9A7A-6F36291B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E48F6BB-109E-46D9-BCDA-7AC4D693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B2D3251A-05B9-40B4-B406-31ACE737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7E4B9A31-9D5D-4A76-AD8F-1EF8836C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app returns a ToolMessage with the same call id.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DA647F3F-827D-4823-82AA-6F9529FF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result is serialized as JSON and appended back to messages.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2A3045B8-3656-46EA-AC89-41E14341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chatbot_service.py:500-508, 128-131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F77C7E69-7A15-4399-9667-22E516A9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3E68072D-1D71-4FA0-A9AB-E3F0302C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B71E1CAF-DC82-4D6F-AB18-E9EED677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8E36F8BC-42D9-405D-9FB3-F2B4CA58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CB4BA7C9-ACEF-4E0D-A787-321D7D8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5C4187EC-4587-4703-BEDE-9AC80C12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53D64D35-0FC3-4F63-BEC2-5F5F762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C586DB7F-9357-4643-AFFA-413416F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D2A23C30-4D62-40F8-8087-3FDBCFDB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7DE72E60-5536-4343-BFCF-1F019CB7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02EEFB47-7FCD-4A0D-B5E4-28D89307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301D053F-E309-410E-96B6-6314CB9D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A8372E2D-B643-496B-B263-68C4A9FA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54EFF0C8-84B8-48DF-9724-6C7B6454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23D03AC1-B64B-4408-8882-7CD9BBF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B94A2AC4-1A69-473F-867E-5D2E56F4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0D3B12C8-B557-4B1E-8CC7-23ABB929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E266503E-EF12-45ED-9B05-BB212034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DA59B4A5-D095-4005-97DE-B8A098E3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108C993A-5FF7-40D3-9E6E-86DBC696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775CDEF0-1BFE-4EC7-A658-A619FBA8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BE86E200-1329-44E5-B94C-FD9080A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C037ED2B-7811-4488-B3E3-0029ED79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DE6E9940-9B89-49B1-9696-FBD13C5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EEA1B326-4009-401E-B812-8091066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5C7F6469-A5B1-401F-84A4-C349B7EE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60FC0BF6-2799-46C1-BBDA-BFF71876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9E44E477-654E-43C4-BF0A-2ED6291D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749D5A5C-01B8-4C3E-A416-9A97893B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5D7E5EBC-0F2C-45B6-9030-74EEE2B1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C1E1CFC4-B869-422E-BA28-EDF758DF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61C0DFFE-650D-4BC8-818F-3A812492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B511C150-C172-43CA-ADB9-56AF72D3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0036432-68DB-42C0-981D-E672A13B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D52DA92E-75C9-4BFD-9517-CCAC6DA1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19992509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6D3C47B-27B4-40D8-866C-23D70A41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70FC85-5E46-4DB9-9D92-4B8A6335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9592BD-3619-4096-A1F4-FC0B65A6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EXECUTION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B4F2CAF-F8CF-4E07-B572-044EA39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CBDF3432-54F7-4145-9D9B-7F2F1314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575B6196-CADD-4D98-AC63-CF5F6C13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model uses the tool result to finish the answer.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FDD02C95-B932-4B97-8766-FD9A6A7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If no tool calls remain, the service returns the final chatbot response.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CB44B153-D2D6-4263-B5A8-9B58086E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chatbot_service.py:102-108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7525A77F-D1AC-40A8-9589-88BECA03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02770461-4304-4FD8-9467-8764382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D5DB287A-048A-4AAE-A8BE-2CA7BD0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1C69F946-CCC6-411C-A4DD-3F43FE9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933FF17D-4417-43A8-9F61-16F68526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5ADE14F2-42BA-48B5-AD99-5ADCF05C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39E6DFE5-CDC6-4DE4-9A2E-7AF4A04F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C1AFEDE6-797B-4921-97CD-000A55EA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E9730C77-9D86-4C41-82BE-8765E9B2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9EA16E3F-E832-430B-B384-8502EEE5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986CA22F-D979-411C-A0D3-95B7A1C2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3D313103-6E2D-4AB5-AC25-FAE25021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EA78407C-E157-449B-8EAF-71165E3A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B70821F2-DD10-4E41-A3B8-A2291035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33C7561A-1637-45A7-B4EB-D3393FB6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E0902A02-2BC8-4572-9D3F-DC29D29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B8A5C3AC-078E-4830-9910-59EAAC5B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BFE194C3-113F-4334-A985-88BCD4D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CB027AE5-C7C4-4E20-81EF-B94F6AF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B83FBD31-9FF9-4EB0-9447-FFEA3FD5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73533E08-27F2-4B88-93A3-97AC716B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CE296FC6-161B-47E5-890F-909E60B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EFB59E3D-937C-41B6-B9C6-2CA268F8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4C0994E9-BF08-424C-B921-47B47FA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E2545353-51E6-4DE7-A909-792D4FBF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6108E1C8-02EF-49D7-AAF0-C422102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DD13D8CE-8B13-4F66-9E1A-A0A5E041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949A618E-4AC4-4B21-88BA-CA2FBB3B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C05E2A35-1DE8-449F-BA4D-EA5139CC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527DF8EF-5192-4D53-A196-B2839D77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83CC7B12-1CCC-4949-8384-EFAA2728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E307758A-86A0-441D-BF34-49724923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18533AF5-3D6A-4F3C-8EF3-FFE09743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547361A-1306-456F-8514-4A24379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EF78DB74-4B7B-4775-A0E6-2DCFD6E8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320374146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0940B1-EABC-4A94-A4EB-D34E8F7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F2424EC-9354-45E4-891E-F6A60BBF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9200D5-6511-4AD9-ACBD-ABCB9475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OUR EXAMPLE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D23C40D-AA8F-4152-89FD-3A1AE99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FC634D09-FA86-41C6-AE56-E22524AD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1CB18F17-B4F7-40B3-92DE-2E99A65A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 debug request can trigger debug_service_connector.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A21E5930-FB3E-490A-AF90-3657122F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tool requires site_name and is reserved for explicit troubleshooting.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C038D67B-7508-4916-9932-D310FF41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chatbot_service.py:301-315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527AB778-76F1-490A-BB4A-AB49E80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0A32601A-8B2F-4C37-ADF5-D5C3F5E3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95921688-EFA7-4078-81EE-C1B9F70C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7B50F44D-BB1A-4E28-98C2-C543E87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0F96FBA2-2D69-4E0C-AE04-17320513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0ED724B0-CD36-4C35-B67A-98B5DB9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E0579D2F-FE06-4074-A545-61AED025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5528499D-6963-4051-8AAC-2829834E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70EC0809-0269-4F14-9149-3843BD33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70C7DAB2-552A-41E0-ADCD-6008907E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9E1941E6-E834-4451-9421-2F7CE854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D32B3318-5F50-471B-BBF0-4A5A28D6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40AFEAFE-65BE-46AD-8002-18659EF4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0123C16C-0D67-4662-8126-D7C12E1F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0D97C87C-F59D-4993-9F94-98F870F5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6CAE6C38-8BEE-410C-81CB-7D5C4E6B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5D530AAF-FC44-49F3-80A6-8326ED91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91268C35-EE8E-4EEE-9E57-D539423A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648EE150-EDCC-4C8F-8957-456E4C4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E6509A38-E9BF-45D9-8459-8E993E3D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D57497B8-EDE5-447B-AAED-D1A0CC5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D5662355-403D-414A-827B-D80AA40C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DB3AC527-4ACF-4FBE-B7F0-8CACE208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9D9E811A-F597-4136-95A0-2EEB0C54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767A5A61-A325-43B1-BFA1-FF2A30E8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45DFCC30-6986-4116-A716-0334431E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EA44DB76-68EE-41D3-99A7-9787E444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2405F87A-6160-4F3C-B684-CADA9C9A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A35B6E28-6E3D-4F64-81E7-08495DC7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CA9D5FDA-A648-4C5D-98D9-52EDE72A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046E6529-A7C4-480F-B877-902C83A8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3E2B5FCD-3F9B-40B1-8845-716DF9D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041C81A0-C142-4A42-8AE6-04382A6D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51F6C04-3039-4BCF-BC14-6E6D847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A983F9F1-0CC4-4968-95E7-208D27AE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148374176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4053B2F-F017-431F-9736-85E9ED93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D9D120-8318-42AB-978E-6193D85D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FC818D-5231-453D-972A-69BC362C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OUR EXAMPLE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FD4B741-354C-49B6-BC7E-2423065C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D8BFABB3-3A23-49A2-83E4-F028B10E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D9A82EDC-B61E-4C71-8D28-BE18B0A5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debug_service_connector becomes a service connector lookup.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36F7F80C-B125-4B3C-B690-DAFAB788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app sets include_oci_enrichment=true for that named site.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1CD0FAEB-5950-4800-8CD5-3AFA91E4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chatbot_service.py:553-563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AC413E53-4263-4C60-98E3-3931D785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43F190AA-5BA4-4540-A4C4-4C2D1C7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BBD60711-5068-4059-9637-3444D3D8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B3A37575-C0FB-4C3A-A1C4-7F8F1559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AF4A4291-47FD-4AD3-BB77-CFAD3844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12CFA186-9EAC-4E0E-AA6F-E55B5AA7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BBEDF68B-6E7D-4D55-8811-23948D23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66F99A5E-0C34-4127-A85B-17639687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EDDCE0EF-0B8D-46F7-AD54-C3AFD7BD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EC60C98C-6746-4349-ACAA-60556F7F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C2F7BDA1-9626-45F2-8D8F-78E2BDD0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CDBB06F0-349B-4A8E-B3EB-EE697EEF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610614EE-0419-42AD-9A8A-A40FBC3B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825CACDD-7497-4172-B4DA-65DE09A2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A126AF99-2F71-4624-940D-D542860C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2CA3866E-2A87-47A7-8525-F229D4E0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10851E8B-5553-48C5-9346-7E542072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4EC4DD30-5CC3-4367-B873-DF6EC1C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A26FDFB3-9B19-4054-B47D-79ED41C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027B65AA-4FEF-4809-94D1-2A6B02A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485B85BF-EE37-4C45-A181-0A9607C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6A83C198-72F7-43AC-A5C2-CB166ED5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E6A4DF69-9D37-47DA-92A2-3AB5F3AF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00154C05-332C-4BBD-BD72-D236C9D6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9602DDE8-22C1-440A-9568-821B2D89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40E419FD-17A9-4876-A5C1-6C4CA180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44490228-0247-4B20-A0F7-2D9446E6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3FBD37FD-2222-4B58-ADC4-EF33A896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2211260C-F067-407C-BD69-0CDDB3EC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ADB0053E-6EAF-468E-88FB-56EB104C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FCF886B5-2703-4B38-A176-E110FAD2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0A18C67E-A946-4EFA-9A6A-B7748BB5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F8A28DE2-5171-4BFF-8F78-3707DA07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AC51747-5A1C-421C-B7DA-9CD7C37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862FBA54-6903-4A46-81B8-14A1D534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1380169737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2353E4E-46CF-402C-BF64-1B6D96C5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F8FD89-19FA-4F71-B7AE-92E5D4E8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C65B52-95A9-4B06-8458-0E4FD6D2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OUR EXAMPLE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801C805-766B-4552-8A73-AFA436B9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1B2644EC-5AEF-4E66-B256-124176B9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465529AD-8970-46CC-AF43-B8A20F67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result combines Prisma state with OCI VPN context.</a:t>
            </a:r>
          </a:p>
        </p:txBody>
      </p:sp>
      <p:sp>
        <p:nvSpPr>
          <p:cNvPr id="7" name="step-detail">
            <a:extLst xmlns:a="http://schemas.openxmlformats.org/drawingml/2006/main">
              <a:ext uri="{FF2B5EF4-FFF2-40B4-BE49-F238E27FC236}">
                <a16:creationId xmlns:a16="http://schemas.microsoft.com/office/drawing/2014/main" id="{8EFAEB22-EC06-4972-9B5D-E4FC556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581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Prisma connector data is enriched with matching OCI Site-to-Site VPN details.</a:t>
            </a:r>
          </a:p>
        </p:txBody>
      </p:sp>
      <p:sp>
        <p:nvSpPr>
          <p:cNvPr id="8" name="code-anchor">
            <a:extLst xmlns:a="http://schemas.openxmlformats.org/drawingml/2006/main">
              <a:ext uri="{FF2B5EF4-FFF2-40B4-BE49-F238E27FC236}">
                <a16:creationId xmlns:a16="http://schemas.microsoft.com/office/drawing/2014/main" id="{87DC3AEE-CC38-47C6-B7F4-17560EC4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8E8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8E84"/>
                </a:solidFill>
                <a:latin typeface="Aptos"/>
                <a:ea typeface="Aptos"/>
                <a:cs typeface="Aptos"/>
              </a:rPr>
              <a:t>chatbot_service.py:660-707, 886-894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0B9FD772-3411-47DF-9D86-A167D408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23246B7A-A6F6-45A2-A0FA-1BC70C39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3884DE97-C340-46C2-95DD-3E0E0785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DBAC4603-628B-4160-AF3F-623AB347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AA0B367A-11F7-47F3-B3B5-73FBA418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BDDF958D-036B-4B39-BF7C-2B716785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0FC4BA3C-3934-4EA4-AF6E-6BDA4BB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A434DC10-3E1B-4E20-8245-713E306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CA02D1CA-252E-498A-B493-1EE25DBD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ED2039C3-4730-4E34-943D-68F5DA43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0A900089-FD1F-4701-882F-1057D8AB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1E39EA89-0D26-4BAA-A757-95C9697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A50216D4-78BD-44DB-959C-E9B350EE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D87871DA-6AF3-4DFE-9A17-BCA177A6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F20FDE6F-6F11-4392-8DCA-67B3E88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41ED0A43-A769-46E6-9228-A66A2369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06EC503D-9664-4A81-B2F6-A910E8B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BCD9CB09-1D5B-498D-8185-8AA885F2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1EF0E4F3-26C8-4EAF-859B-D9918371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BE97791B-593E-484C-AF98-2756E4A9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DC9DA562-BAE6-40DB-A08D-B0206B45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0C762099-D586-4D5C-ACAC-05EB752F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D87D645B-4C87-4D5D-8C12-16003724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924008DA-D958-46BC-BAD1-EB02B470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E18BFE5C-666D-4A5C-9BCA-B25600C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4" name="progress-rule-6">
            <a:extLst xmlns:a="http://schemas.openxmlformats.org/drawingml/2006/main">
              <a:ext uri="{FF2B5EF4-FFF2-40B4-BE49-F238E27FC236}">
                <a16:creationId xmlns:a16="http://schemas.microsoft.com/office/drawing/2014/main" id="{DE5D445C-C032-4246-B120-1E8A2E32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gress-7">
            <a:extLst xmlns:a="http://schemas.openxmlformats.org/drawingml/2006/main">
              <a:ext uri="{FF2B5EF4-FFF2-40B4-BE49-F238E27FC236}">
                <a16:creationId xmlns:a16="http://schemas.microsoft.com/office/drawing/2014/main" id="{F67E0A3A-E9B2-46ED-BE02-FC81C62F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6" name="progress-rule-7">
            <a:extLst xmlns:a="http://schemas.openxmlformats.org/drawingml/2006/main">
              <a:ext uri="{FF2B5EF4-FFF2-40B4-BE49-F238E27FC236}">
                <a16:creationId xmlns:a16="http://schemas.microsoft.com/office/drawing/2014/main" id="{AF360399-FB60-47B2-85F9-519BAFD8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gress-8">
            <a:extLst xmlns:a="http://schemas.openxmlformats.org/drawingml/2006/main">
              <a:ext uri="{FF2B5EF4-FFF2-40B4-BE49-F238E27FC236}">
                <a16:creationId xmlns:a16="http://schemas.microsoft.com/office/drawing/2014/main" id="{7036341B-9522-459E-855F-EE258B95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38" name="progress-rule-8">
            <a:extLst xmlns:a="http://schemas.openxmlformats.org/drawingml/2006/main">
              <a:ext uri="{FF2B5EF4-FFF2-40B4-BE49-F238E27FC236}">
                <a16:creationId xmlns:a16="http://schemas.microsoft.com/office/drawing/2014/main" id="{1C120A70-3617-4779-B0A4-36E5F824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gress-9">
            <a:extLst xmlns:a="http://schemas.openxmlformats.org/drawingml/2006/main">
              <a:ext uri="{FF2B5EF4-FFF2-40B4-BE49-F238E27FC236}">
                <a16:creationId xmlns:a16="http://schemas.microsoft.com/office/drawing/2014/main" id="{E9FAE686-8655-44D1-90F4-B5D01BAE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CFC6B8"/>
            </a:solidFill>
            <a:prstDash val="solid"/>
          </a:ln>
        </p:spPr>
      </p:sp>
      <p:sp>
        <p:nvSpPr>
          <p:cNvPr id="40" name="progress-rule-9">
            <a:extLst xmlns:a="http://schemas.openxmlformats.org/drawingml/2006/main">
              <a:ext uri="{FF2B5EF4-FFF2-40B4-BE49-F238E27FC236}">
                <a16:creationId xmlns:a16="http://schemas.microsoft.com/office/drawing/2014/main" id="{AC1A6AC4-52C4-4ECF-8C4E-2756238A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055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ogress-10">
            <a:extLst xmlns:a="http://schemas.openxmlformats.org/drawingml/2006/main">
              <a:ext uri="{FF2B5EF4-FFF2-40B4-BE49-F238E27FC236}">
                <a16:creationId xmlns:a16="http://schemas.microsoft.com/office/drawing/2014/main" id="{9361A400-D82C-4C06-BED7-C85A5CFC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38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3335">
            <a:solidFill>
              <a:srgbClr val="E86132"/>
            </a:solidFill>
            <a:prstDash val="solid"/>
          </a:ln>
        </p:spPr>
      </p:sp>
      <p:sp>
        <p:nvSpPr>
          <p:cNvPr id="4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4B446A4-D3F8-4AEC-B8E1-7A38B6B7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ZTNA chatbot function calling</a:t>
            </a:r>
          </a:p>
        </p:txBody>
      </p:sp>
      <p:sp>
        <p:nvSpPr>
          <p:cNvPr id="43" name="step-count">
            <a:extLst xmlns:a="http://schemas.openxmlformats.org/drawingml/2006/main">
              <a:ext uri="{FF2B5EF4-FFF2-40B4-BE49-F238E27FC236}">
                <a16:creationId xmlns:a16="http://schemas.microsoft.com/office/drawing/2014/main" id="{DF12DCEA-24A0-4316-8843-75F8F04A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490817558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2026-05-12T13:36:30.7170000Z</dcterms:created>
  <dcterms:modified xsi:type="dcterms:W3CDTF">2026-05-12T13:36:30.7170000Z</dcterms:modified>
</coreProperties>
</file>